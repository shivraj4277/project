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-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15AE2-58F9-4C0D-9B47-26DB49EEC3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68A734-9E69-45D4-ACE2-624057DCC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995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8A734-9E69-45D4-ACE2-624057DCC03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549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8A734-9E69-45D4-ACE2-624057DCC03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094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2DEC-0994-797F-ECC5-FE5500669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3AE1E-8FAE-D082-BCF5-5F7AD3736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CE9BB-7DC6-CE92-426A-E92B427A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7EC89-2511-81EF-6451-1F7D728FA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851EF-DDC0-1A18-4B5B-C12B0A7E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72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09F9-D89A-C663-FB90-7D63BBFE6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740A9-F6C4-C34F-4EF2-A012DEA97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9C7B9-8051-AD9F-9A74-C17AF389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1BBF5-62A2-107F-4A79-98389A29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A3343-3E62-204F-5C97-FB6D397A7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601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6F26E-FEFA-F755-96F9-7BC5A90CE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DD253-1614-4265-6C49-95A644D21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23B4E-ECD6-3C07-8FD9-707174C6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3031C-C170-7F98-6B47-AB9DBFEE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92D42-79B7-69C5-E560-296F4867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73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6E03A-1C12-D881-AEDA-2CBB834A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46C2B-9EA6-D2F6-72E8-A3792B9C7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7C34C-4607-728F-475A-103ADEB23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A03C1-DDFB-2947-15CC-7283D8CF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D2C78-835C-56E8-AD19-3E4BDB73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2EED2-F83A-86C7-332A-3503C845B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338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ADAE0-F558-032C-49B1-8C48FEFF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3C4E3-1622-A872-F37A-5B5049CF3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97D7F-54A7-CCC1-6B33-9D439513C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430255-DD85-B7AA-072F-899806916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15BB1-965E-8200-672D-0DD022533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0FD851-D5C6-8B1F-E70E-700D503C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10355B-5346-56BF-4800-1363F489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885A69-9A8D-171B-12C3-4BB6D459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9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A1EC9-81C5-EF9E-364E-E5E41CC0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8A58A-5BD4-C0F1-4EF1-CA751204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BFC9A-E56B-12EE-29D6-CAAEB9649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B1C82-53CA-8745-118F-ACFD7473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18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1ECA6-E5AE-2BE5-162C-811E96E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A2ADEC-47CA-6060-48C5-9B4A4A6A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7E7D9-6C1B-3831-9F03-8B2CD7D1D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12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2867-AE5F-4575-E919-2AD17E63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C7CFF-D7A0-FF59-16AE-BD5DF3A74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12ED7-BFA8-25D5-53A4-5EA84B69B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89595-4C53-F8A7-A329-FE1288CCF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2D8A2-3195-E192-9275-6D1A371B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49EFC-4A9A-AE8F-4D4F-03BB184A4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778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E8379-80D5-1506-C401-6597EC605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87DFE-483C-5388-F34B-4DFB83CC0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23D5D-D7D2-F5DB-2C4C-85EDA5CB7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84719-386C-82F9-9E49-33FF76F8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03752-DA73-36BB-B5C5-300784AA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21FB8-9AEC-CD83-BF21-B10DF879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430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FA1F7-52F4-E1D7-A7B7-3390CC1F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8771D-1BC2-B559-5DB0-B2D411F8B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61761-F0EB-093E-95A0-AC53341F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8A9DE-18A3-4091-986D-6B3A6F34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65241-4879-4B2F-AC35-43FA3999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6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0779D3-EA36-F5CA-4011-FD441BF25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50212-1FCD-F880-4DF7-CA01106DA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DCAC5-942C-24C8-ECD7-36032C9A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BA27B-7C3E-BFEA-67B3-47497DE4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073D5-E583-8C93-FF3E-BAA009FD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76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B39FB-2FCD-A5A2-B14F-43153C792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7A77D-D96B-1BD7-0411-6EB970BB1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A77B3-FDB2-3718-7183-47F08C23B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69881-BB2F-474C-AF9D-83EC2A5F62D9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3364C-DA54-DDFF-3417-FD2034EE73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95AA9-9328-2668-EFE8-CA1FB9A20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0150B-9D60-4573-AA66-340B40470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531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slide" Target="slide6.xml"/><Relationship Id="rId4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6.xml"/><Relationship Id="rId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1.xml"/><Relationship Id="rId4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slide" Target="slide6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91172" y="381000"/>
            <a:ext cx="4361688" cy="3237208"/>
            <a:chOff x="0" y="-466329"/>
            <a:chExt cx="8723376" cy="6950475"/>
          </a:xfrm>
        </p:grpSpPr>
        <p:sp>
          <p:nvSpPr>
            <p:cNvPr id="3" name="Freeform 3"/>
            <p:cNvSpPr/>
            <p:nvPr/>
          </p:nvSpPr>
          <p:spPr>
            <a:xfrm>
              <a:off x="0" y="-466329"/>
              <a:ext cx="8723376" cy="6950475"/>
            </a:xfrm>
            <a:custGeom>
              <a:avLst/>
              <a:gdLst/>
              <a:ahLst/>
              <a:cxnLst/>
              <a:rect l="l" t="t" r="r" b="b"/>
              <a:pathLst>
                <a:path w="8723376" h="6950475">
                  <a:moveTo>
                    <a:pt x="0" y="0"/>
                  </a:moveTo>
                  <a:lnTo>
                    <a:pt x="8723376" y="0"/>
                  </a:lnTo>
                  <a:lnTo>
                    <a:pt x="8723376" y="6950475"/>
                  </a:lnTo>
                  <a:lnTo>
                    <a:pt x="0" y="69504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227" r="-5222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185104"/>
              <a:ext cx="8723376" cy="589280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92"/>
                </a:lnSpc>
              </a:pPr>
              <a:r>
                <a:rPr lang="en-US" sz="4066" b="1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Sugarcane </a:t>
              </a:r>
            </a:p>
            <a:p>
              <a:pPr>
                <a:lnSpc>
                  <a:spcPts val="4392"/>
                </a:lnSpc>
              </a:pPr>
              <a:r>
                <a:rPr lang="en-US" sz="4066" b="1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Disease Detection And Fertilizer Recommendation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" y="1"/>
            <a:ext cx="6575590" cy="6858000"/>
            <a:chOff x="0" y="0"/>
            <a:chExt cx="1315118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51231" cy="13716000"/>
            </a:xfrm>
            <a:custGeom>
              <a:avLst/>
              <a:gdLst/>
              <a:ahLst/>
              <a:cxnLst/>
              <a:rect l="l" t="t" r="r" b="b"/>
              <a:pathLst>
                <a:path w="13151231" h="13716000">
                  <a:moveTo>
                    <a:pt x="0" y="0"/>
                  </a:moveTo>
                  <a:lnTo>
                    <a:pt x="13151231" y="0"/>
                  </a:lnTo>
                  <a:lnTo>
                    <a:pt x="1315123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644" r="-49644"/>
              </a:stretch>
            </a:blipFill>
          </p:spPr>
          <p:txBody>
            <a:bodyPr/>
            <a:lstStyle/>
            <a:p>
              <a:endParaRPr lang="en-IN" sz="1200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070852" y="4150722"/>
            <a:ext cx="4361688" cy="2345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2"/>
              </a:lnSpc>
            </a:pPr>
            <a:r>
              <a:rPr lang="en-US" sz="193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Guide Name</a:t>
            </a:r>
            <a:r>
              <a:rPr lang="en-US" sz="193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lang="en-US" sz="1933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552"/>
              </a:lnSpc>
            </a:pPr>
            <a:r>
              <a:rPr lang="en-US" sz="1933" i="1" dirty="0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Dr. Vishal B. Waghmare.</a:t>
            </a:r>
          </a:p>
          <a:p>
            <a:pPr algn="ctr">
              <a:lnSpc>
                <a:spcPts val="2552"/>
              </a:lnSpc>
            </a:pPr>
            <a:endParaRPr lang="en-US" sz="1933" i="1" dirty="0">
              <a:solidFill>
                <a:srgbClr val="000000"/>
              </a:solidFill>
              <a:latin typeface="Arimo Italics"/>
              <a:ea typeface="Arimo Italics"/>
              <a:cs typeface="Arimo Italics"/>
              <a:sym typeface="Arimo Italics"/>
            </a:endParaRPr>
          </a:p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By </a:t>
            </a:r>
          </a:p>
          <a:p>
            <a:pPr algn="ctr">
              <a:lnSpc>
                <a:spcPts val="2707"/>
              </a:lnSpc>
            </a:pPr>
            <a:r>
              <a:rPr lang="en-US" sz="1933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Shivraj V. Patil. </a:t>
            </a:r>
          </a:p>
          <a:p>
            <a:pPr algn="ctr">
              <a:lnSpc>
                <a:spcPts val="2707"/>
              </a:lnSpc>
            </a:pPr>
            <a:r>
              <a:rPr lang="en-US" sz="1933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Sanskar S. </a:t>
            </a:r>
            <a:r>
              <a:rPr lang="en-US" sz="1933" i="1" dirty="0" err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Parit</a:t>
            </a:r>
            <a:r>
              <a:rPr lang="en-US" sz="1933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.</a:t>
            </a:r>
          </a:p>
          <a:p>
            <a:pPr algn="ctr">
              <a:lnSpc>
                <a:spcPts val="2552"/>
              </a:lnSpc>
            </a:pPr>
            <a:r>
              <a:rPr lang="en-US" sz="1933" i="1" dirty="0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5000">
              <a:schemeClr val="accent2">
                <a:lumMod val="5000"/>
                <a:lumOff val="95000"/>
              </a:schemeClr>
            </a:gs>
            <a:gs pos="100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1508D8-7BDF-8B2F-6DCD-0E3E38556A7D}"/>
              </a:ext>
            </a:extLst>
          </p:cNvPr>
          <p:cNvSpPr txBox="1"/>
          <p:nvPr/>
        </p:nvSpPr>
        <p:spPr>
          <a:xfrm>
            <a:off x="914400" y="1097280"/>
            <a:ext cx="10099040" cy="4290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en-IN" sz="3000" b="1" i="1" u="sng" dirty="0">
                <a:solidFill>
                  <a:schemeClr val="accent1"/>
                </a:solidFill>
                <a:effectLst/>
                <a:latin typeface="Algerian" panose="04020705040A02060702" pitchFamily="82" charset="0"/>
              </a:rPr>
              <a:t>Project Objective</a:t>
            </a:r>
          </a:p>
          <a:p>
            <a:pPr marL="0" marR="0" indent="0" algn="ctr">
              <a:spcAft>
                <a:spcPts val="750"/>
              </a:spcAft>
              <a:buNone/>
            </a:pPr>
            <a:endParaRPr lang="en-IN" sz="3000" b="1" i="1" u="sng" dirty="0">
              <a:solidFill>
                <a:schemeClr val="accent1"/>
              </a:solidFill>
              <a:effectLst/>
              <a:latin typeface="Algerian" panose="04020705040A02060702" pitchFamily="82" charset="0"/>
            </a:endParaRPr>
          </a:p>
          <a:p>
            <a:pPr marL="0" marR="0" indent="0" algn="just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Roman"/>
              </a:rPr>
              <a:t>The main objective of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Roman"/>
              </a:rPr>
              <a:t>Sugarcane AI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Roman"/>
              </a:rPr>
              <a:t>is to provide farmers with a digital platform for sugarcane disease detection and fertilizer recommendation. The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Roman"/>
              </a:rPr>
              <a:t>system aims to make agricultural information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Roman"/>
              </a:rPr>
              <a:t> simple, accessible, and easy to understand.</a:t>
            </a:r>
          </a:p>
          <a:p>
            <a:pPr marL="1828800" marR="0" indent="-342900" algn="l">
              <a:buNone/>
            </a:pPr>
            <a:endParaRPr lang="en-IN" sz="1800" b="0" i="0" dirty="0">
              <a:solidFill>
                <a:schemeClr val="tx1"/>
              </a:solidFill>
              <a:effectLst/>
              <a:latin typeface="Roman"/>
            </a:endParaRPr>
          </a:p>
          <a:p>
            <a:pPr marL="1828800" marR="0" lvl="0" indent="-342900" algn="l">
              <a:spcBef>
                <a:spcPts val="900"/>
              </a:spcBef>
              <a:buFont typeface="Wingdings" panose="05000000000000000000" pitchFamily="2" charset="2"/>
              <a:buChar char="Ø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Identify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possible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sugarcane diseases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from leaf images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using AI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1828800" marR="0" lvl="0" indent="-342900" algn="l">
              <a:spcBef>
                <a:spcPts val="900"/>
              </a:spcBef>
              <a:buFont typeface="Wingdings" panose="05000000000000000000" pitchFamily="2" charset="2"/>
              <a:buChar char="Ø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Provide information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about detected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diseases and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their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symptoms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1828800" marR="0" lvl="0" indent="-342900" algn="l">
              <a:spcBef>
                <a:spcPts val="900"/>
              </a:spcBef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Help farmers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understand NPK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and other nutrient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requirements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1828800" marR="0" lvl="0" indent="-342900" algn="l">
              <a:spcBef>
                <a:spcPts val="900"/>
              </a:spcBef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Make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agricultural information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simple and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accessible for farmers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1828800" marR="0" lvl="0" indent="-342900" algn="l">
              <a:spcBef>
                <a:spcPts val="900"/>
              </a:spcBef>
              <a:buFont typeface="Wingdings" panose="05000000000000000000" pitchFamily="2" charset="2"/>
              <a:buChar char="Ø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Support farmers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in making informed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crop-management decisions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sz="1050" b="0" i="0" dirty="0">
              <a:solidFill>
                <a:srgbClr val="555555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9864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D3B32F-FA3C-6F29-5B68-459C99766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B686D1-07EF-B838-3168-D81787855890}"/>
              </a:ext>
            </a:extLst>
          </p:cNvPr>
          <p:cNvSpPr txBox="1"/>
          <p:nvPr/>
        </p:nvSpPr>
        <p:spPr>
          <a:xfrm>
            <a:off x="5064760" y="6085840"/>
            <a:ext cx="206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</a:t>
            </a:r>
            <a:r>
              <a:rPr lang="en-US" dirty="0">
                <a:hlinkClick r:id="rId3" action="ppaction://hlinksldjump"/>
              </a:rPr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1BBDD-09C3-D73E-318C-B1D47745C0D8}"/>
              </a:ext>
            </a:extLst>
          </p:cNvPr>
          <p:cNvSpPr txBox="1"/>
          <p:nvPr/>
        </p:nvSpPr>
        <p:spPr>
          <a:xfrm>
            <a:off x="7874000" y="608584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hlinkClick r:id="rId4" action="ppaction://hlinksldjump"/>
              </a:rPr>
              <a:t>.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D16E58-C655-1207-6C2A-82C96260C788}"/>
              </a:ext>
            </a:extLst>
          </p:cNvPr>
          <p:cNvSpPr txBox="1"/>
          <p:nvPr/>
        </p:nvSpPr>
        <p:spPr>
          <a:xfrm>
            <a:off x="254000" y="22352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linkClick r:id="rId5" action="ppaction://hlinksldjump"/>
              </a:rPr>
              <a:t>.</a:t>
            </a:r>
            <a:r>
              <a:rPr lang="en-US" dirty="0"/>
              <a:t>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1098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5837CD-2BEF-AA62-69E0-ADFE4A045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hlinkClick r:id="rId3" action="ppaction://hlinksldjump"/>
            <a:extLst>
              <a:ext uri="{FF2B5EF4-FFF2-40B4-BE49-F238E27FC236}">
                <a16:creationId xmlns:a16="http://schemas.microsoft.com/office/drawing/2014/main" id="{3677CA2D-92A1-C18C-2039-4A4745D6319F}"/>
              </a:ext>
            </a:extLst>
          </p:cNvPr>
          <p:cNvSpPr txBox="1"/>
          <p:nvPr/>
        </p:nvSpPr>
        <p:spPr>
          <a:xfrm>
            <a:off x="4135120" y="2651760"/>
            <a:ext cx="28041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.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DACF9-82E4-1FEF-E3C7-DFAE7C51FE0D}"/>
              </a:ext>
            </a:extLst>
          </p:cNvPr>
          <p:cNvSpPr txBox="1"/>
          <p:nvPr/>
        </p:nvSpPr>
        <p:spPr>
          <a:xfrm>
            <a:off x="8300720" y="603504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 action="ppaction://hlinksldjump"/>
              </a:rPr>
              <a:t>  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1C5C2-BD8F-4CB4-C431-61F08BC4C6B5}"/>
              </a:ext>
            </a:extLst>
          </p:cNvPr>
          <p:cNvSpPr txBox="1"/>
          <p:nvPr/>
        </p:nvSpPr>
        <p:spPr>
          <a:xfrm>
            <a:off x="203200" y="28448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linkClick r:id="rId5" action="ppaction://hlinksldjump"/>
              </a:rPr>
              <a:t>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803333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E1B45F-36A9-F33C-E7FF-148F4F384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60C91B-7091-DE34-CAF3-7F32A9C033BD}"/>
              </a:ext>
            </a:extLst>
          </p:cNvPr>
          <p:cNvSpPr txBox="1"/>
          <p:nvPr/>
        </p:nvSpPr>
        <p:spPr>
          <a:xfrm>
            <a:off x="172720" y="28448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linkClick r:id="rId3" action="ppaction://hlinksldjump"/>
              </a:rPr>
              <a:t> 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1C01E-9A54-B081-EC62-ACBF1CB746C6}"/>
              </a:ext>
            </a:extLst>
          </p:cNvPr>
          <p:cNvSpPr txBox="1"/>
          <p:nvPr/>
        </p:nvSpPr>
        <p:spPr>
          <a:xfrm>
            <a:off x="7884160" y="613156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linkClick r:id="rId4" action="ppaction://hlinksldjump"/>
              </a:rPr>
              <a:t> .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93865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origami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95B76D-84C0-52FF-F276-CB054740F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hlinkClick r:id="rId3" action="ppaction://hlinksldjump"/>
            <a:extLst>
              <a:ext uri="{FF2B5EF4-FFF2-40B4-BE49-F238E27FC236}">
                <a16:creationId xmlns:a16="http://schemas.microsoft.com/office/drawing/2014/main" id="{43573D68-9737-C4C4-F4E9-A34CBC68B14E}"/>
              </a:ext>
            </a:extLst>
          </p:cNvPr>
          <p:cNvSpPr txBox="1"/>
          <p:nvPr/>
        </p:nvSpPr>
        <p:spPr>
          <a:xfrm>
            <a:off x="0" y="1564640"/>
            <a:ext cx="117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. 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3289F6-9F77-E33C-789C-896F4FBF152D}"/>
              </a:ext>
            </a:extLst>
          </p:cNvPr>
          <p:cNvSpPr txBox="1"/>
          <p:nvPr/>
        </p:nvSpPr>
        <p:spPr>
          <a:xfrm>
            <a:off x="35560" y="1010642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linkClick r:id="rId4" action="ppaction://hlinksldjump"/>
              </a:rPr>
              <a:t> .   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EC545-E949-A205-55CA-12974055C258}"/>
              </a:ext>
            </a:extLst>
          </p:cNvPr>
          <p:cNvSpPr txBox="1"/>
          <p:nvPr/>
        </p:nvSpPr>
        <p:spPr>
          <a:xfrm>
            <a:off x="0" y="3841988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hlinkClick r:id="rId5" action="ppaction://hlinksldjump"/>
              </a:rPr>
              <a:t> .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6866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67B91-061E-A791-FC8A-021878DDB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645BE0-3B87-9288-10A9-32F289F28D13}"/>
              </a:ext>
            </a:extLst>
          </p:cNvPr>
          <p:cNvSpPr txBox="1"/>
          <p:nvPr/>
        </p:nvSpPr>
        <p:spPr>
          <a:xfrm>
            <a:off x="121920" y="294640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hlinkClick r:id="rId3" action="ppaction://hlinksldjump"/>
              </a:rPr>
              <a:t>. </a:t>
            </a:r>
            <a:r>
              <a:rPr lang="en-US" dirty="0"/>
              <a:t>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D6782-E8FC-C8EC-EABF-6EECB65B5FBE}"/>
              </a:ext>
            </a:extLst>
          </p:cNvPr>
          <p:cNvSpPr txBox="1"/>
          <p:nvPr/>
        </p:nvSpPr>
        <p:spPr>
          <a:xfrm>
            <a:off x="6410960" y="4643120"/>
            <a:ext cx="112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</a:t>
            </a:r>
            <a:r>
              <a:rPr lang="en-US" dirty="0">
                <a:hlinkClick r:id="rId4" action="ppaction://hlinksldjump"/>
              </a:rPr>
              <a:t>.</a:t>
            </a:r>
            <a:r>
              <a:rPr lang="en-US" dirty="0"/>
              <a:t>         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61C00-77E7-FDA7-2736-46BB7639089F}"/>
              </a:ext>
            </a:extLst>
          </p:cNvPr>
          <p:cNvSpPr txBox="1"/>
          <p:nvPr/>
        </p:nvSpPr>
        <p:spPr>
          <a:xfrm>
            <a:off x="6197600" y="6096000"/>
            <a:ext cx="112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 action="ppaction://hlinksldjump"/>
              </a:rPr>
              <a:t>              .</a:t>
            </a:r>
            <a:r>
              <a:rPr lang="en-US" dirty="0"/>
              <a:t>   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149B56-373B-95FD-66DC-A51698D2B52E}"/>
              </a:ext>
            </a:extLst>
          </p:cNvPr>
          <p:cNvSpPr txBox="1"/>
          <p:nvPr/>
        </p:nvSpPr>
        <p:spPr>
          <a:xfrm>
            <a:off x="5745393" y="518489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hlinkClick r:id="rId6" action="ppaction://hlinksldjump"/>
              </a:rPr>
              <a:t>. </a:t>
            </a:r>
            <a:r>
              <a:rPr lang="en-US" dirty="0"/>
              <a:t>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0449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13FCE6-BAE6-F09F-F1F0-A0E84A943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hlinkClick r:id="rId4" action="ppaction://hlinksldjump"/>
            <a:extLst>
              <a:ext uri="{FF2B5EF4-FFF2-40B4-BE49-F238E27FC236}">
                <a16:creationId xmlns:a16="http://schemas.microsoft.com/office/drawing/2014/main" id="{DB165CCE-1598-3308-1637-1E06FB4595EC}"/>
              </a:ext>
            </a:extLst>
          </p:cNvPr>
          <p:cNvSpPr txBox="1"/>
          <p:nvPr/>
        </p:nvSpPr>
        <p:spPr>
          <a:xfrm>
            <a:off x="4935176" y="4704080"/>
            <a:ext cx="2321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1CADC-C329-9CC0-E977-D39DEEED9CDC}"/>
              </a:ext>
            </a:extLst>
          </p:cNvPr>
          <p:cNvSpPr txBox="1"/>
          <p:nvPr/>
        </p:nvSpPr>
        <p:spPr>
          <a:xfrm>
            <a:off x="152400" y="365760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hlinkClick r:id="rId5" action="ppaction://hlinksldjump"/>
              </a:rPr>
              <a:t>.</a:t>
            </a:r>
            <a:r>
              <a:rPr lang="en-US" dirty="0"/>
              <a:t>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9732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543249-37FC-C9CF-D94D-973D54AA4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5EDBFA-E96C-0A37-98E0-ADECA51D4F36}"/>
              </a:ext>
            </a:extLst>
          </p:cNvPr>
          <p:cNvSpPr txBox="1"/>
          <p:nvPr/>
        </p:nvSpPr>
        <p:spPr>
          <a:xfrm>
            <a:off x="142240" y="203200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hlinkClick r:id="rId4" action="ppaction://hlinksldjump"/>
              </a:rPr>
              <a:t>.</a:t>
            </a:r>
            <a:r>
              <a:rPr lang="en-US" dirty="0"/>
              <a:t>  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0EEBC-814C-FB6D-EC33-C48D55A57B68}"/>
              </a:ext>
            </a:extLst>
          </p:cNvPr>
          <p:cNvSpPr txBox="1"/>
          <p:nvPr/>
        </p:nvSpPr>
        <p:spPr>
          <a:xfrm>
            <a:off x="5425440" y="5699760"/>
            <a:ext cx="1757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 action="ppaction://hlinksldjump"/>
              </a:rPr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436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FB568E-FA2A-1FE0-D719-5099F9E65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D866AA-6A84-4DFD-4032-92EBCA559448}"/>
              </a:ext>
            </a:extLst>
          </p:cNvPr>
          <p:cNvSpPr txBox="1"/>
          <p:nvPr/>
        </p:nvSpPr>
        <p:spPr>
          <a:xfrm>
            <a:off x="172720" y="233680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hlinkClick r:id="rId3" action="ppaction://hlinksldjump"/>
              </a:rPr>
              <a:t>.</a:t>
            </a:r>
            <a:r>
              <a:rPr lang="en-US" dirty="0"/>
              <a:t>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738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hecker/>
      </p:transition>
    </mc:Choice>
    <mc:Fallback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770865-6781-CC61-5213-A759E40E5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06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150</Words>
  <Application>Microsoft Office PowerPoint</Application>
  <PresentationFormat>Widescreen</PresentationFormat>
  <Paragraphs>52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Algerian</vt:lpstr>
      <vt:lpstr>Arial</vt:lpstr>
      <vt:lpstr>Arimo</vt:lpstr>
      <vt:lpstr>Arimo Bold</vt:lpstr>
      <vt:lpstr>Arimo Italics</vt:lpstr>
      <vt:lpstr>Calibri</vt:lpstr>
      <vt:lpstr>Calibri Light</vt:lpstr>
      <vt:lpstr>Canva Sans Bold</vt:lpstr>
      <vt:lpstr>Canva Sans Italics</vt:lpstr>
      <vt:lpstr>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Patil</dc:creator>
  <cp:lastModifiedBy>Shivam Patil</cp:lastModifiedBy>
  <cp:revision>1</cp:revision>
  <dcterms:created xsi:type="dcterms:W3CDTF">2026-09-21T11:03:50Z</dcterms:created>
  <dcterms:modified xsi:type="dcterms:W3CDTF">2026-09-21T12:47:29Z</dcterms:modified>
</cp:coreProperties>
</file>