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18288000" cy="10287000"/>
  <p:notesSz cx="6858000" cy="9144000"/>
  <p:embeddedFontLst>
    <p:embeddedFont>
      <p:font typeface="Alice" panose="020B0604020202020204" charset="0"/>
      <p:regular r:id="rId4"/>
    </p:embeddedFont>
    <p:embeddedFont>
      <p:font typeface="Arimo" panose="020B0604020202020204" charset="0"/>
      <p:regular r:id="rId5"/>
    </p:embeddedFont>
    <p:embeddedFont>
      <p:font typeface="Arimo Bold" panose="020B0604020202020204" charset="0"/>
      <p:regular r:id="rId6"/>
    </p:embeddedFont>
    <p:embeddedFont>
      <p:font typeface="Arimo Italics" panose="020B0604020202020204" charset="0"/>
      <p:regular r:id="rId7"/>
    </p:embeddedFont>
    <p:embeddedFont>
      <p:font typeface="Canva Sans" panose="020B0604020202020204" charset="0"/>
      <p:regular r:id="rId8"/>
    </p:embeddedFont>
    <p:embeddedFont>
      <p:font typeface="Canva Sans Bold" panose="020B0604020202020204" charset="0"/>
      <p:regular r:id="rId9"/>
    </p:embeddedFont>
    <p:embeddedFont>
      <p:font typeface="Canva Sans Italics"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24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636758" y="571500"/>
            <a:ext cx="6542532" cy="4855812"/>
            <a:chOff x="0" y="-466329"/>
            <a:chExt cx="8723376" cy="6950475"/>
          </a:xfrm>
        </p:grpSpPr>
        <p:sp>
          <p:nvSpPr>
            <p:cNvPr id="3" name="Freeform 3"/>
            <p:cNvSpPr/>
            <p:nvPr/>
          </p:nvSpPr>
          <p:spPr>
            <a:xfrm>
              <a:off x="0" y="-466329"/>
              <a:ext cx="8723376" cy="6950475"/>
            </a:xfrm>
            <a:custGeom>
              <a:avLst/>
              <a:gdLst/>
              <a:ahLst/>
              <a:cxnLst/>
              <a:rect l="l" t="t" r="r" b="b"/>
              <a:pathLst>
                <a:path w="8723376" h="6950475">
                  <a:moveTo>
                    <a:pt x="0" y="0"/>
                  </a:moveTo>
                  <a:lnTo>
                    <a:pt x="8723376" y="0"/>
                  </a:lnTo>
                  <a:lnTo>
                    <a:pt x="8723376" y="6950475"/>
                  </a:lnTo>
                  <a:lnTo>
                    <a:pt x="0" y="6950475"/>
                  </a:lnTo>
                  <a:close/>
                </a:path>
              </a:pathLst>
            </a:custGeom>
            <a:blipFill>
              <a:blip r:embed="rId2">
                <a:alphaModFix amt="0"/>
              </a:blip>
              <a:stretch>
                <a:fillRect l="-52227" r="-52227"/>
              </a:stretch>
            </a:blipFill>
          </p:spPr>
        </p:sp>
        <p:sp>
          <p:nvSpPr>
            <p:cNvPr id="4" name="TextBox 4"/>
            <p:cNvSpPr txBox="1"/>
            <p:nvPr/>
          </p:nvSpPr>
          <p:spPr>
            <a:xfrm>
              <a:off x="0" y="185104"/>
              <a:ext cx="8723376" cy="5892802"/>
            </a:xfrm>
            <a:prstGeom prst="rect">
              <a:avLst/>
            </a:prstGeom>
          </p:spPr>
          <p:txBody>
            <a:bodyPr lIns="0" tIns="0" rIns="0" bIns="0" rtlCol="0" anchor="b"/>
            <a:lstStyle/>
            <a:p>
              <a:pPr algn="l">
                <a:lnSpc>
                  <a:spcPts val="6587"/>
                </a:lnSpc>
              </a:pPr>
              <a:r>
                <a:rPr lang="en-US" sz="6099" b="1" dirty="0">
                  <a:solidFill>
                    <a:srgbClr val="000000"/>
                  </a:solidFill>
                  <a:latin typeface="Arimo Bold"/>
                  <a:ea typeface="Arimo Bold"/>
                  <a:cs typeface="Arimo Bold"/>
                  <a:sym typeface="Arimo Bold"/>
                </a:rPr>
                <a:t>Sugarcane </a:t>
              </a:r>
            </a:p>
            <a:p>
              <a:pPr algn="l">
                <a:lnSpc>
                  <a:spcPts val="6587"/>
                </a:lnSpc>
              </a:pPr>
              <a:r>
                <a:rPr lang="en-US" sz="6099" b="1" dirty="0">
                  <a:solidFill>
                    <a:srgbClr val="000000"/>
                  </a:solidFill>
                  <a:latin typeface="Arimo Bold"/>
                  <a:ea typeface="Arimo Bold"/>
                  <a:cs typeface="Arimo Bold"/>
                  <a:sym typeface="Arimo Bold"/>
                </a:rPr>
                <a:t>Disease Detection And Fertilizer Recommendation </a:t>
              </a:r>
            </a:p>
          </p:txBody>
        </p:sp>
      </p:grpSp>
      <p:grpSp>
        <p:nvGrpSpPr>
          <p:cNvPr id="5" name="Group 5"/>
          <p:cNvGrpSpPr/>
          <p:nvPr/>
        </p:nvGrpSpPr>
        <p:grpSpPr>
          <a:xfrm>
            <a:off x="29" y="1"/>
            <a:ext cx="9863385" cy="10287000"/>
            <a:chOff x="0" y="0"/>
            <a:chExt cx="13151180" cy="13716000"/>
          </a:xfrm>
        </p:grpSpPr>
        <p:sp>
          <p:nvSpPr>
            <p:cNvPr id="6" name="Freeform 6"/>
            <p:cNvSpPr/>
            <p:nvPr/>
          </p:nvSpPr>
          <p:spPr>
            <a:xfrm>
              <a:off x="0" y="0"/>
              <a:ext cx="13151231" cy="13716000"/>
            </a:xfrm>
            <a:custGeom>
              <a:avLst/>
              <a:gdLst/>
              <a:ahLst/>
              <a:cxnLst/>
              <a:rect l="l" t="t" r="r" b="b"/>
              <a:pathLst>
                <a:path w="13151231" h="13716000">
                  <a:moveTo>
                    <a:pt x="0" y="0"/>
                  </a:moveTo>
                  <a:lnTo>
                    <a:pt x="13151231" y="0"/>
                  </a:lnTo>
                  <a:lnTo>
                    <a:pt x="13151231" y="13716000"/>
                  </a:lnTo>
                  <a:lnTo>
                    <a:pt x="0" y="13716000"/>
                  </a:lnTo>
                  <a:lnTo>
                    <a:pt x="0" y="0"/>
                  </a:lnTo>
                  <a:close/>
                </a:path>
              </a:pathLst>
            </a:custGeom>
            <a:blipFill>
              <a:blip r:embed="rId3"/>
              <a:stretch>
                <a:fillRect l="-49644" r="-49644"/>
              </a:stretch>
            </a:blipFill>
          </p:spPr>
          <p:txBody>
            <a:bodyPr/>
            <a:lstStyle/>
            <a:p>
              <a:endParaRPr lang="en-IN" dirty="0"/>
            </a:p>
          </p:txBody>
        </p:sp>
      </p:grpSp>
      <p:sp>
        <p:nvSpPr>
          <p:cNvPr id="7" name="TextBox 7"/>
          <p:cNvSpPr txBox="1"/>
          <p:nvPr/>
        </p:nvSpPr>
        <p:spPr>
          <a:xfrm>
            <a:off x="10606278" y="6226083"/>
            <a:ext cx="6542532" cy="3489417"/>
          </a:xfrm>
          <a:prstGeom prst="rect">
            <a:avLst/>
          </a:prstGeom>
        </p:spPr>
        <p:txBody>
          <a:bodyPr lIns="0" tIns="0" rIns="0" bIns="0" rtlCol="0" anchor="t">
            <a:spAutoFit/>
          </a:bodyPr>
          <a:lstStyle/>
          <a:p>
            <a:pPr algn="ctr">
              <a:lnSpc>
                <a:spcPts val="3828"/>
              </a:lnSpc>
            </a:pPr>
            <a:r>
              <a:rPr lang="en-US" sz="2900" b="1" dirty="0">
                <a:solidFill>
                  <a:srgbClr val="000000"/>
                </a:solidFill>
                <a:latin typeface="Arimo Bold"/>
                <a:ea typeface="Arimo Bold"/>
                <a:cs typeface="Arimo Bold"/>
                <a:sym typeface="Arimo Bold"/>
              </a:rPr>
              <a:t>Guide Name</a:t>
            </a:r>
            <a:r>
              <a:rPr lang="en-US" sz="2900" dirty="0">
                <a:solidFill>
                  <a:srgbClr val="000000"/>
                </a:solidFill>
                <a:latin typeface="Arimo"/>
                <a:ea typeface="Arimo"/>
                <a:cs typeface="Arimo"/>
                <a:sym typeface="Arimo"/>
              </a:rPr>
              <a:t> </a:t>
            </a:r>
            <a:endParaRPr lang="en-US" sz="2900" b="1" dirty="0">
              <a:solidFill>
                <a:srgbClr val="000000"/>
              </a:solidFill>
              <a:latin typeface="Arimo Bold"/>
              <a:ea typeface="Arimo Bold"/>
              <a:cs typeface="Arimo Bold"/>
              <a:sym typeface="Arimo Bold"/>
            </a:endParaRPr>
          </a:p>
          <a:p>
            <a:pPr algn="ctr">
              <a:lnSpc>
                <a:spcPts val="3828"/>
              </a:lnSpc>
            </a:pPr>
            <a:r>
              <a:rPr lang="en-US" sz="2900" i="1" dirty="0">
                <a:solidFill>
                  <a:srgbClr val="000000"/>
                </a:solidFill>
                <a:latin typeface="Arimo Italics"/>
                <a:ea typeface="Arimo Italics"/>
                <a:cs typeface="Arimo Italics"/>
                <a:sym typeface="Arimo Italics"/>
              </a:rPr>
              <a:t>Dr. Vishal B. Waghmare.</a:t>
            </a:r>
          </a:p>
          <a:p>
            <a:pPr algn="ctr">
              <a:lnSpc>
                <a:spcPts val="3828"/>
              </a:lnSpc>
            </a:pPr>
            <a:endParaRPr lang="en-US" sz="2900" i="1" dirty="0">
              <a:solidFill>
                <a:srgbClr val="000000"/>
              </a:solidFill>
              <a:latin typeface="Arimo Italics"/>
              <a:ea typeface="Arimo Italics"/>
              <a:cs typeface="Arimo Italics"/>
              <a:sym typeface="Arimo Italics"/>
            </a:endParaRPr>
          </a:p>
          <a:p>
            <a:pPr algn="ctr">
              <a:lnSpc>
                <a:spcPts val="4060"/>
              </a:lnSpc>
            </a:pPr>
            <a:r>
              <a:rPr lang="en-US" sz="2900" b="1" dirty="0">
                <a:solidFill>
                  <a:srgbClr val="000000"/>
                </a:solidFill>
                <a:latin typeface="Canva Sans Bold"/>
                <a:ea typeface="Canva Sans Bold"/>
                <a:cs typeface="Canva Sans Bold"/>
                <a:sym typeface="Canva Sans Bold"/>
              </a:rPr>
              <a:t>Project By </a:t>
            </a:r>
          </a:p>
          <a:p>
            <a:pPr algn="ctr">
              <a:lnSpc>
                <a:spcPts val="4060"/>
              </a:lnSpc>
            </a:pPr>
            <a:r>
              <a:rPr lang="en-US" sz="2900" i="1" dirty="0">
                <a:solidFill>
                  <a:srgbClr val="000000"/>
                </a:solidFill>
                <a:latin typeface="Canva Sans Italics"/>
                <a:ea typeface="Canva Sans Italics"/>
                <a:cs typeface="Canva Sans Italics"/>
                <a:sym typeface="Canva Sans Italics"/>
              </a:rPr>
              <a:t>Shivraj V. Patil. </a:t>
            </a:r>
          </a:p>
          <a:p>
            <a:pPr algn="ctr">
              <a:lnSpc>
                <a:spcPts val="4060"/>
              </a:lnSpc>
            </a:pPr>
            <a:r>
              <a:rPr lang="en-US" sz="2900" i="1" dirty="0">
                <a:solidFill>
                  <a:srgbClr val="000000"/>
                </a:solidFill>
                <a:latin typeface="Canva Sans Italics"/>
                <a:ea typeface="Canva Sans Italics"/>
                <a:cs typeface="Canva Sans Italics"/>
                <a:sym typeface="Canva Sans Italics"/>
              </a:rPr>
              <a:t>Sanskar S. </a:t>
            </a:r>
            <a:r>
              <a:rPr lang="en-US" sz="2900" i="1" dirty="0" err="1">
                <a:solidFill>
                  <a:srgbClr val="000000"/>
                </a:solidFill>
                <a:latin typeface="Canva Sans Italics"/>
                <a:ea typeface="Canva Sans Italics"/>
                <a:cs typeface="Canva Sans Italics"/>
                <a:sym typeface="Canva Sans Italics"/>
              </a:rPr>
              <a:t>Parit</a:t>
            </a:r>
            <a:r>
              <a:rPr lang="en-US" sz="2900" i="1" dirty="0">
                <a:solidFill>
                  <a:srgbClr val="000000"/>
                </a:solidFill>
                <a:latin typeface="Canva Sans Italics"/>
                <a:ea typeface="Canva Sans Italics"/>
                <a:cs typeface="Canva Sans Italics"/>
                <a:sym typeface="Canva Sans Italics"/>
              </a:rPr>
              <a:t>.</a:t>
            </a:r>
          </a:p>
          <a:p>
            <a:pPr algn="ctr">
              <a:lnSpc>
                <a:spcPts val="3828"/>
              </a:lnSpc>
            </a:pPr>
            <a:r>
              <a:rPr lang="en-US" sz="2900" i="1" dirty="0">
                <a:solidFill>
                  <a:srgbClr val="000000"/>
                </a:solidFill>
                <a:latin typeface="Arimo Italics"/>
                <a:ea typeface="Arimo Italics"/>
                <a:cs typeface="Arimo Italics"/>
                <a:sym typeface="Arimo Italics"/>
              </a:rPr>
              <a:t> </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1000"/>
                                        <p:tgtEl>
                                          <p:spTgt spid="5"/>
                                        </p:tgtEl>
                                      </p:cBhvr>
                                    </p:animEffect>
                                  </p:childTnLst>
                                </p:cTn>
                              </p:par>
                              <p:par>
                                <p:cTn id="8" presetID="42"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par>
                                <p:cTn id="13" presetID="16" presetClass="entr" presetSubtype="2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6501" y="13502"/>
            <a:ext cx="18655434" cy="10444722"/>
          </a:xfrm>
          <a:custGeom>
            <a:avLst/>
            <a:gdLst/>
            <a:ahLst/>
            <a:cxnLst/>
            <a:rect l="l" t="t" r="r" b="b"/>
            <a:pathLst>
              <a:path w="18655434" h="10444722">
                <a:moveTo>
                  <a:pt x="0" y="0"/>
                </a:moveTo>
                <a:lnTo>
                  <a:pt x="18655434" y="0"/>
                </a:lnTo>
                <a:lnTo>
                  <a:pt x="18655434" y="10444721"/>
                </a:lnTo>
                <a:lnTo>
                  <a:pt x="0" y="10444721"/>
                </a:lnTo>
                <a:lnTo>
                  <a:pt x="0" y="0"/>
                </a:lnTo>
                <a:close/>
              </a:path>
            </a:pathLst>
          </a:custGeom>
          <a:blipFill>
            <a:blip r:embed="rId2"/>
            <a:stretch>
              <a:fillRect/>
            </a:stretch>
          </a:blipFill>
        </p:spPr>
      </p:sp>
      <p:sp>
        <p:nvSpPr>
          <p:cNvPr id="3" name="TextBox 3"/>
          <p:cNvSpPr txBox="1"/>
          <p:nvPr/>
        </p:nvSpPr>
        <p:spPr>
          <a:xfrm>
            <a:off x="1230567" y="3720551"/>
            <a:ext cx="16028733" cy="6149340"/>
          </a:xfrm>
          <a:prstGeom prst="rect">
            <a:avLst/>
          </a:prstGeom>
        </p:spPr>
        <p:txBody>
          <a:bodyPr lIns="0" tIns="0" rIns="0" bIns="0" rtlCol="0" anchor="t">
            <a:spAutoFit/>
          </a:bodyPr>
          <a:lstStyle/>
          <a:p>
            <a:pPr algn="ctr">
              <a:lnSpc>
                <a:spcPts val="5459"/>
              </a:lnSpc>
            </a:pPr>
            <a:r>
              <a:rPr lang="en-US" sz="3900" dirty="0">
                <a:solidFill>
                  <a:srgbClr val="FFFFFF"/>
                </a:solidFill>
                <a:latin typeface="Canva Sans"/>
                <a:ea typeface="Canva Sans"/>
                <a:cs typeface="Canva Sans"/>
                <a:sym typeface="Canva Sans"/>
              </a:rPr>
              <a:t>This project, "Sugarcane Disease Detection and Fertilizer Recommendation" aims to provide an intelligent and user-friendly solution for farmers. By analyzing images of sugarcane leaves, system can accurately detect diseases and recommend suitable fertilizers and water management plans. The application also provides detailed disease information, growth guidance, a chatbot for farmer queries, and the option to generate a PDF report, helping farmers make informed decisions and improve crop productivity.</a:t>
            </a:r>
          </a:p>
        </p:txBody>
      </p:sp>
      <p:sp>
        <p:nvSpPr>
          <p:cNvPr id="4" name="TextBox 4"/>
          <p:cNvSpPr txBox="1"/>
          <p:nvPr/>
        </p:nvSpPr>
        <p:spPr>
          <a:xfrm>
            <a:off x="2034857" y="1111080"/>
            <a:ext cx="14052718" cy="2222501"/>
          </a:xfrm>
          <a:prstGeom prst="rect">
            <a:avLst/>
          </a:prstGeom>
        </p:spPr>
        <p:txBody>
          <a:bodyPr lIns="0" tIns="0" rIns="0" bIns="0" rtlCol="0" anchor="t">
            <a:spAutoFit/>
          </a:bodyPr>
          <a:lstStyle/>
          <a:p>
            <a:pPr algn="ctr">
              <a:lnSpc>
                <a:spcPts val="18199"/>
              </a:lnSpc>
            </a:pPr>
            <a:r>
              <a:rPr lang="en-US" sz="12999" dirty="0">
                <a:solidFill>
                  <a:srgbClr val="FFFFFF"/>
                </a:solidFill>
                <a:latin typeface="Alice"/>
                <a:ea typeface="Alice"/>
                <a:cs typeface="Alice"/>
                <a:sym typeface="Alice"/>
              </a:rPr>
              <a:t>Introduction </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108</Words>
  <Application>Microsoft Office PowerPoint</Application>
  <PresentationFormat>Custom</PresentationFormat>
  <Paragraphs>11</Paragraphs>
  <Slides>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vt:i4>
      </vt:variant>
    </vt:vector>
  </HeadingPairs>
  <TitlesOfParts>
    <vt:vector size="12" baseType="lpstr">
      <vt:lpstr>Canva Sans</vt:lpstr>
      <vt:lpstr>Arimo Bold</vt:lpstr>
      <vt:lpstr>Alice</vt:lpstr>
      <vt:lpstr>Canva Sans Italics</vt:lpstr>
      <vt:lpstr>Canva Sans Bold</vt:lpstr>
      <vt:lpstr>Arimo Italics</vt:lpstr>
      <vt:lpstr>Arimo</vt:lpstr>
      <vt:lpstr>Calibri</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SugarcaneProject.pptx</dc:title>
  <cp:lastModifiedBy>Shivam Patil</cp:lastModifiedBy>
  <cp:revision>5</cp:revision>
  <dcterms:created xsi:type="dcterms:W3CDTF">2006-08-16T00:00:00Z</dcterms:created>
  <dcterms:modified xsi:type="dcterms:W3CDTF">2026-07-31T14:18:27Z</dcterms:modified>
  <dc:identifier>DAHQ7_Rc94w</dc:identifier>
</cp:coreProperties>
</file>